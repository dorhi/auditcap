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7C8"/>
                </a:solidFill>
                <a:latin typeface="Malgun Gothic"/>
              </a:defRPr>
            </a:pPr>
            <a:r>
              <a:t>  CORP_HEAD 사용자 전용 매뉴얼  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감사 프로젝트 최종 검증 및 법인장 확정(CONFIRM)</a:t>
            </a:r>
          </a:p>
          <a:p>
            <a:pPr>
              <a:defRPr sz="1600">
                <a:solidFill>
                  <a:srgbClr val="CBD5E1"/>
                </a:solidFill>
                <a:latin typeface="Malgun Gothic"/>
              </a:defRPr>
            </a:pPr>
            <a:r>
              <a:t>법인장(CORP_HEAD) 전용 경영진 실무 매뉴얼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📌 적용 대상: 해외 및 국내 피감 법인장, 최고경영진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글로벌 세아(SAE-A) 감사실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ROLE &amp; SECURITY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법인장의 역할 및 데이터 보안 정책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본인 법인 감사 격리 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철저한 데이터 격리: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로그인 시 타 법인 정보는 완전히 차단되며, 본인 법인의 감사 데이터만 표시됩니다.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사용자 명칭 표준화: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 전체에서 담당자 사번 대신 한글 이름과 공식 부서명으로 표시되어 직관적 파악이 가능합니다.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프로젝트 최종 확정 (CONFIRM)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1단계 최종 승인권한: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내 모든 지적사항(CAP)이 조치 검증 완료되었을 때 법인장 최종 확정(CONFIRM)을 수행합니다.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경영진 책임 승인: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내 감사 지적사항의 이행 결과를 최종 확정하고 본사 감사실의 최종 종결을 요청합니다.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프로젝트 Open (완료해제) 권한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완료해제 실행권한: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권한으로 이미 완료(Completion)된 소속 법인의 프로젝트를 필요 시 다시 오픈(Open)할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긴급 수정 지원: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 승인 전후 긴급 추가 조치가 필요한 경우 활용됩니다.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FINAL CONFIRM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8] 프로젝트 최종 검증 및 확정 화면 실무 사용법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3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1단계: 소속 프로젝트 선택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전용 메뉴 이동: </a:t>
            </a:r>
            <a:r>
              <a:rPr sz="1100">
                <a:solidFill>
                  <a:srgbClr val="0F172A"/>
                </a:solidFill>
                <a:latin typeface="Malgun Gothic"/>
              </a:rPr>
              <a:t>좌측 메뉴에서 [프로젝트 최종 검증 및 확정]을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 전용 고정: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소속 법인 필터가 본인 법인으로 자동 고정되어 안전하게 조회됩니다.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프로젝트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목록에서 검증할 감사 프로젝트를 클릭하여 종합 리포트를 호출합니다.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2단계: 지적사항 조치 종합 검토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100% 완료 여부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'지적사항 검증: N / M건'에서 전체 CAP이 100% 완료되었는지 확인합니다.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상세 조치내용 열람: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그리드에서 각 CAP별 제목, 담당자 이름, 조치 상태, 최종 조치 결과, 증빙을 종합 검토합니다.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부서별 조치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모든 유관부서와 담당자의 개선 결과가 충실한지 최종 판단합니다.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3단계: [최종 확정 (CONFIRM)] 실행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 활성화 조건: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모든 CAP이 감사 검증 완료(AUDIT_CONFIRMED) 상태일 때만 확정 버튼이 활성화됩니다.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확정 코멘트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확정 코멘트를 입력하고 [최종 확정 (CONFIRM 완료)]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감사팀 이관: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확정이 완료되면 감사팀의 2단계 최종 완료(Completion) 승인으로 넘어갑니다.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PROCESS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법인장 확정 ➔ 감사팀 승인 및 완료(Completion) 연계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4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🏛️ [1단계] 법인장 최종 확정 (CONFIRM)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(CORP_HEAD)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선행 필수 요건: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소속 프로젝트 내 모든 CAP 감사실 검증완료 (100%)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변경: </a:t>
            </a:r>
            <a:r>
              <a:rPr sz="1100">
                <a:solidFill>
                  <a:srgbClr val="0F172A"/>
                </a:solidFill>
                <a:latin typeface="Malgun Gothic"/>
              </a:rPr>
              <a:t>HEAD_CONFIRMED 기록 (확정자 이름, 일시, 의견)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의미: </a:t>
            </a:r>
            <a:r>
              <a:rPr sz="1100">
                <a:solidFill>
                  <a:srgbClr val="0F172A"/>
                </a:solidFill>
                <a:latin typeface="Malgun Gothic"/>
              </a:rPr>
              <a:t>피감 법인의 모든 개선조치가 공식적으로 완료되었음을 경영진 승인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🔒 [2단계] 감사팀 최종 승인 및 완료 (Completion)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감사책임자 (AUDIT_LEADER) 및 감사담당자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선행 필수 요건: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법인장의 1단계 최종 확정 완료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변경: </a:t>
            </a:r>
            <a:r>
              <a:rPr sz="1100">
                <a:solidFill>
                  <a:srgbClr val="0F172A"/>
                </a:solidFill>
                <a:latin typeface="Malgun Gothic"/>
              </a:rPr>
              <a:t>LEADER_APPROVED &amp; projectState: FREEZE (완료)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의미: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감사실의 최종 승인이 완료되어 프로젝트가 공식 완료(Completion) 종결됨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🛡️ 완료(Completion) 이후 시스템 보호 정책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데이터 무결성 락: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 처리 즉시 지적사항 내용 수정 및 증빙 파일 업로드/삭제가 원천 차단됩니다.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차기 연계 승계: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개선불가/지속관리 건은 감사팀이 차기 프로젝트 개설 시 자동으로 다음 차수로 승계합니다.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FAQ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법인장 실무 FAQ 및 운영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5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Q1. [최종 확정] 버튼이 회색으로 비활성화되어 클릭되지 않습니다.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원인: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 내에 아직 조치가 진행 중이거나 본사 감사실의 검증(AUDIT_CONFIRMED)을 받지 못한 지적사항이 1건이라도 남아있기 때문입니다.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조치: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대표담당자(LEAD_REP)에게 미완료 CAP의 신속한 조치 및 감사실 검증 마무리를 지시하십시오.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Q2. 최종 확정 후 추가로 보완할 사항이 발견되었습니다.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승인 전인 경우: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감사팀에 연락하여 '보완 요청(AUDIT_REJECTED)' 처리를 요청하면 즉시 다시 수정할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완료(Completion)된 경우: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4] 화면에서 법인장 권한으로 [완료해제(Open)]를 실행하면 프로젝트가 다시 오픈됩니다.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Q3. 법인 전체 감사 지적사항의 진행률을 한눈에 보려면?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화면 안내: </a:t>
            </a:r>
            <a:r>
              <a:rPr sz="1100">
                <a:solidFill>
                  <a:srgbClr val="0F172A"/>
                </a:solidFill>
                <a:latin typeface="Malgun Gothic"/>
              </a:rPr>
              <a:t>[법인별 전체 감사 조치율 보고] 화면을 통해 법인 내 모든 프로젝트의 진행률(%)과 지적사항 현황을 실시간 모니터링할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