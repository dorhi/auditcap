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MASTER (전체 권한 통합본)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글로벌 세아 감사 지적사항(CAP) 관리 시스템 종합 매뉴얼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전사 임직원 및 전 역할(Role) 통합 프레젠테이션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법인담당자, 유관부서, 법인대표, 법인장, 감사실, 시스템관리자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OVERVIEW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도입 배경 및 3대 핵심 운영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🌐 실시간 글로벌 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본사-법인 원스톱: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감사실과 전 세계 해외/국내 피감 법인 간의 감사 지적사항 및 개선조치를 단일 웹 플랫폼에서 실시간 공유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업무 효율 극대화: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수기 엑셀 취합 및 이메일 소통 방식을 탈피하여 클라우드 기반 실시간 조치 관리 체계 구축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⏱️ 2트랙 마감일 체계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감사팀 예상 마감일: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감사실이 요구하는 조치 권고 기한을 명확히 제시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 자체 조치 마감일: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담당자가 현실적이고 책임 있는 목표 마감일을 스스로 수립하여 일정 준수율 제고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🔒 데이터 무결성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완료(Completion) 락: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및 감사팀 승인 완료 시 데이터 수정 및 파일 업로드 원천 차단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차기 연계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 프로젝트의 미완료 건만 선별하여 차기 차수로 자동 복제 승계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RBAC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역할 기반 권한 관리(RBAC) 체계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4572000"/>
                <a:gridCol w="286481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 코드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 명칭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주관 업무 및 권한 범위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접근 화면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지적사항 조치계획 작성, 증빙 첨부, 대표담당자 상신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입력 (/action-plans)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DEPT_MEMBER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유관부서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타 부서 협조자로서 개선 협조 의견 추가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입력 (/action-plans)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LEAD_REP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대표담당자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조치내용 1차 검토, 감사실 제출(CONFIRM) 또는 반려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입력, 조치율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CORP_HEAD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소속 법인 프로젝트 종합 검증 및 [법인장 최종 확정]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최종 검증 및 확정 (/head-final-approval)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AUDITOR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프로젝트/CAP 등록, 법인 조치 검증(CONFIRM) 및 보완요청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프로젝트등록, CAP관리, 조치계획,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AUDIT_LEADER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책임자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총괄, 최종 승인 및 완료(Completion) 락, Open 제어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화면 접근 및 완료/오픈 총괄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사용자 계정 승인, 화면/메뉴 관리, 권한 매트릭스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관리 전 화면 (/users, /menus, /permissions)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CAP WORKFLOW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개별 지적사항(CAP) 조치 및 검증 4단계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0713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1단계: 법인담당자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조치내역 작성, 상태코드 지정, 증빙 업로드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[임시저장] / [확인 요청 (CONFIRM)]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전이: </a:t>
            </a:r>
            <a:r>
              <a:rPr sz="1100">
                <a:solidFill>
                  <a:srgbClr val="0F172A"/>
                </a:solidFill>
                <a:latin typeface="Malgun Gothic"/>
              </a:rPr>
              <a:t>DRAFT ➔ PENDING_LEAD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0833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0833" y="1463040"/>
            <a:ext cx="2510713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2단계: 법인대표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1차 심사 후 감사실 상신 또는 재수정 요청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[확인 완료 (감사팀 제출)] / [재수정 요청 (반려)]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전이: </a:t>
            </a:r>
            <a:r>
              <a:rPr sz="1100">
                <a:solidFill>
                  <a:srgbClr val="0F172A"/>
                </a:solidFill>
                <a:latin typeface="Malgun Gothic"/>
              </a:rPr>
              <a:t>PENDING_AUDIT 또는 REJECTED_LEAD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7" y="1463040"/>
            <a:ext cx="2510713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3단계: 감사담당자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증빙 대조 및 현장 심사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[감사 검증완료 (CONFIRM)] / [재작성 요청 (보완)]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전이: </a:t>
            </a:r>
            <a:r>
              <a:rPr sz="1100">
                <a:solidFill>
                  <a:srgbClr val="0F172A"/>
                </a:solidFill>
                <a:latin typeface="Malgun Gothic"/>
              </a:rPr>
              <a:t>AUDIT_CONFIRMED 또는 REJECTED_AUDIT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9461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49461" y="1463040"/>
            <a:ext cx="2510713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9461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4단계: 조치종료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상태: </a:t>
            </a:r>
            <a:r>
              <a:rPr sz="1100">
                <a:solidFill>
                  <a:srgbClr val="0F172A"/>
                </a:solidFill>
                <a:latin typeface="Malgun Gothic"/>
              </a:rPr>
              <a:t>AUDIT_CONFIRMED (검증종료)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잠금: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지적사항 공식 종결 및 수정 락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다음: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대상 포함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PROJECT COMPLETION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프로젝트 최종 확정(CONFIRM) 및 완료(Completion)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🏛️ 1단계: 법인장 최종 확정 (CONFIRM)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화면: </a:t>
            </a:r>
            <a:r>
              <a:rPr sz="1100">
                <a:solidFill>
                  <a:srgbClr val="0F172A"/>
                </a:solidFill>
                <a:latin typeface="Malgun Gothic"/>
              </a:rPr>
              <a:t>[프로젝트 최종 검증 및 확정] 화면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필수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내 모든 지적사항 100% 감사실 검증 완료(AUDIT_CONFIRMED) 필수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소속 법인장 (CORP_HEAD)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의미: </a:t>
            </a:r>
            <a:r>
              <a:rPr sz="1100">
                <a:solidFill>
                  <a:srgbClr val="0F172A"/>
                </a:solidFill>
                <a:latin typeface="Malgun Gothic"/>
              </a:rPr>
              <a:t>피감 법인의 모든 조치가 이상 없이 완료되었음을 법인 최고책임자가 확정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🔒 2단계: 감사팀 최종 승인 및 완료 (Completion)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감사책임자 (AUDIT_LEADER)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선행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법인장의 1단계 최종 확정 완료 건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실행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[감사팀 최종 승인 및 완료 (Completion 실행)]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시스템 효과: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상태로 전환되며 전 데이터 무결성 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🔄 차기 프로젝트 개설 및 자동 승계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모태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완료(Completion)된 프로젝트를 기반으로 신규 차기 프로젝트 개설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지적사항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개선완료 건 제외, 미완료 건(개선중/불가/지속)만 자동 복제 승계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이터레이션: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승계된 CAP은 작성중(DRAFT)으로 초기화되어 2차 개선 진행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MENU MAP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전체 8대 메뉴별 기능 및 담당자 매핑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6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478505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메뉴 번호 / 명칭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URL 경로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사용자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기능 요약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 프로젝트 신규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/projects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신규 프로젝트 개설, 완료 프로젝트 기반 차기 프로젝트 개설 및 CAP 승계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 조치계획 &amp; 필수정보 입력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/action-plans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사용자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조치작성(Rich Text), 증빙 첨부, 유관부서 협조의견, 상신/반려/검증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 감사 지적사항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/findings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CAP 신규 등록, 카테고리 관리, 다중 감사자 배정, 감사팀 예상 마감일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 법인별 조치율 보고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/reports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사용자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전사/법인 통계 KPI, 엑셀 다운로드, 감사책임자 즉시 완료 및 Open 제어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 프로젝트 최종 검증 및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/head-final-approval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법인장, 감사팀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격리 조회, 법인장 1단계 확정, 감사팀 2단계 최종 승인 및 완료(Completion)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 사용자 계정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/users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시스템관리자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회원가입 승인, 역할(Role) 배정, 소속 법인/부서 매핑, 비밀번호 초기화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 화면 / 메뉴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/menus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화면 메뉴 추가/수정/삭제, 노출 순서 변경, 내부/외부 링크 연동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 역할별 화면 접근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/permissions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시스템관리자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역할별 메뉴 접근 제어 매트릭스 설정 (체크박스 제어)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STANDARDS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조치 상태 코드 및 증빙자료 첨부 관리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조치 상태 코드 5종 기준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개선중 (IN_PROGRESS): </a:t>
            </a:r>
            <a:r>
              <a:rPr sz="1100">
                <a:solidFill>
                  <a:srgbClr val="0F172A"/>
                </a:solidFill>
                <a:latin typeface="Malgun Gothic"/>
              </a:rPr>
              <a:t>대책 실행 중인 상태, '개선 예상 시기' 날짜 필수.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개선완료 (COMPLETED):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 100% 완료 상태, '개선완료일자' 및 '증빙자료' 필수.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개선불가 (ACTION_IMPOSSIBLE):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법규/환경상 조치 불가, 구체적 사유 필수.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지속관리 (CONTINUOUS_MANAGEMENT): </a:t>
            </a:r>
            <a:r>
              <a:rPr sz="1100">
                <a:solidFill>
                  <a:srgbClr val="0F172A"/>
                </a:solidFill>
                <a:latin typeface="Malgun Gothic"/>
              </a:rPr>
              <a:t>정기 모니터링 필요 항목, 사후관리 방안 기술.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미작성 (UNWRITTEN): </a:t>
            </a:r>
            <a:r>
              <a:rPr sz="1100">
                <a:solidFill>
                  <a:srgbClr val="0F172A"/>
                </a:solidFill>
                <a:latin typeface="Malgun Gothic"/>
              </a:rPr>
              <a:t>초기 등록 상태, 조치계획 수립 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증빙자료 첨부 및 관리 규정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다중 파일 지원: </a:t>
            </a:r>
            <a:r>
              <a:rPr sz="1100">
                <a:solidFill>
                  <a:srgbClr val="0F172A"/>
                </a:solidFill>
                <a:latin typeface="Malgun Gothic"/>
              </a:rPr>
              <a:t>Ctrl 키를 이용해 여러 증빙 파일을 동시에 선택하여 업로드 가능.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파일 용량 제한: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파일 1개당 최대 50MB 지원.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보안 차단 확장자: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실행파일(.exe, .bat, .sh 등)은 보안상 업로드 자동 차단.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다운로드: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파일명을 클릭하면 즉시 로컬 PC로 안전 다운로드.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데이터 무결성 락 정책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수정/업로드 잠금: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상태이거나, 감사실에 제출되어 검증 대기(PENDING_AUDIT) 또는 검증 완료(AUDIT_CONFIRMED)된 건은 증빙 추가/삭제 및 조치 수정이 원천 차단됩니다.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AUDIT TRAIL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감사 증적을 위한 누적 이력 타임라인 및 스냅샷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📜 전 과정 이력 타임라인 영구 보존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변경자 실명 기록: </a:t>
            </a:r>
            <a:r>
              <a:rPr sz="1100">
                <a:solidFill>
                  <a:srgbClr val="0F172A"/>
                </a:solidFill>
                <a:latin typeface="Malgun Gothic"/>
              </a:rPr>
              <a:t>작업자의 사번, 한글 성명, 소속 역할이 투명하게 기록됩니다.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처리 일시 추적: </a:t>
            </a:r>
            <a:r>
              <a:rPr sz="1100">
                <a:solidFill>
                  <a:srgbClr val="0F172A"/>
                </a:solidFill>
                <a:latin typeface="Malgun Gothic"/>
              </a:rPr>
              <a:t>초 분 단위까지 정확한 처리 타임스탬프가 누적 보존됩니다.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코멘트 기록: </a:t>
            </a:r>
            <a:r>
              <a:rPr sz="1100">
                <a:solidFill>
                  <a:srgbClr val="0F172A"/>
                </a:solidFill>
                <a:latin typeface="Malgun Gothic"/>
              </a:rPr>
              <a:t>임시저장 메모, 법인대표 반려 사유, 감사팀 보완 코멘트가 영구 보존됩니다.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📸 당시 조치내용 스냅샷 대조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시점별 원본 보존: </a:t>
            </a:r>
            <a:r>
              <a:rPr sz="1100">
                <a:solidFill>
                  <a:srgbClr val="0F172A"/>
                </a:solidFill>
                <a:latin typeface="Malgun Gothic"/>
              </a:rPr>
              <a:t>결재가 진행될 당시 작성되어 있던 조치 텍스트 원본이 스냅샷으로 저장됩니다.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원클릭 대조 열람: </a:t>
            </a:r>
            <a:r>
              <a:rPr sz="1100">
                <a:solidFill>
                  <a:srgbClr val="0F172A"/>
                </a:solidFill>
                <a:latin typeface="Malgun Gothic"/>
              </a:rPr>
              <a:t>타임라인 카드에서 해당 이력을 클릭하면 당시 작성 내용을 그대로 대조 열람할 수 있어 분쟁을 방지합니다.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🤝 유관부서 협조 의견 누적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부서 간 협업 증적: </a:t>
            </a:r>
            <a:r>
              <a:rPr sz="1100">
                <a:solidFill>
                  <a:srgbClr val="0F172A"/>
                </a:solidFill>
                <a:latin typeface="Malgun Gothic"/>
              </a:rPr>
              <a:t>타 부서 담당자가 작성한 지원 내용과 협조 일시가 조치내역 하단에 시각화 박스로 자동 누적 보존됩니다.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MASTER FAQ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전사 실무 공통 FAQ 및 문제 해결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화면 버튼이 안 눌리거나 회색으로 보입니다.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체크 1: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상태인지 확인하세요 (완료 시 수정 차단).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체크 2: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확정 버튼은 모든 CAP이 '감사 검증완료' 상태여야 활성화됩니다.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체크 3: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 상신 버튼은 조치 상태 및 필수 일자(예상시기/완료일자)가 채워져야 활성화됩니다.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타 법인 프로젝트나 지적사항이 보이지 않습니다.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정상 정책: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 시스템은 법인 분리 정책에 따라 법인 사용자(MEMBER, LEAD_REP, CORP_HEAD)는 자기 법인 데이터만 조회할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감사팀/관리자: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감사팀(AUDITOR, AUDIT_LEADER)과 시스템관리자만 전 법인 조회가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완료(Completion)된 프로젝트를 다시 열어야 할 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오픈 권한자: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법인의 법인장(CORP_HEAD) 또는 본사 감사팀만 [완료해제(Open)] 버튼을 통해 프로젝트를 다시 오픈할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SUPPORT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지원 및 문의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글로벌 세아 감사 지적사항(CAP) 관리 시스템 문의처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본사 감사실 (업무 기준 및 결재 문의):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 담당자 / 사내 메신저 '감사실' 채널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시스템 운영팀 (계정, 권한, 전산 오류 문의): </a:t>
            </a:r>
            <a:r>
              <a:rPr sz="1100">
                <a:solidFill>
                  <a:srgbClr val="0F172A"/>
                </a:solidFill>
                <a:latin typeface="Malgun Gothic"/>
              </a:rPr>
              <a:t>IT 운영팀 관리자 / 사내 헬프데스크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사용자 매뉴얼 위치: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 공지사항 및 프로젝트 폴더 내 USER_MANUAL.md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최신 시스템 버전: </a:t>
            </a:r>
            <a:r>
              <a:rPr sz="1100">
                <a:solidFill>
                  <a:srgbClr val="0F172A"/>
                </a:solidFill>
                <a:latin typeface="Malgun Gothic"/>
              </a:rPr>
              <a:t>CAP Management System v2.0 (2026.09 기준)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